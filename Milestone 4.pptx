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14BF-59EC-4D1B-A7E6-B7E63B278FE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729D08C2-594D-41CA-B5C8-3DBCAC41F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494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14BF-59EC-4D1B-A7E6-B7E63B278FE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D08C2-594D-41CA-B5C8-3DBCAC41F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85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B67514BF-59EC-4D1B-A7E6-B7E63B278FE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729D08C2-594D-41CA-B5C8-3DBCAC41F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960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14BF-59EC-4D1B-A7E6-B7E63B278FE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D08C2-594D-41CA-B5C8-3DBCAC41F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253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14BF-59EC-4D1B-A7E6-B7E63B278FE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D08C2-594D-41CA-B5C8-3DBCAC41F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5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14BF-59EC-4D1B-A7E6-B7E63B278FE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D08C2-594D-41CA-B5C8-3DBCAC41F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731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14BF-59EC-4D1B-A7E6-B7E63B278FE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D08C2-594D-41CA-B5C8-3DBCAC41F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03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14BF-59EC-4D1B-A7E6-B7E63B278FE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D08C2-594D-41CA-B5C8-3DBCAC41F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997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14BF-59EC-4D1B-A7E6-B7E63B278FEA}" type="datetimeFigureOut">
              <a:rPr lang="en-US" smtClean="0"/>
              <a:t>12/16/2025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D08C2-594D-41CA-B5C8-3DBCAC41F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699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14BF-59EC-4D1B-A7E6-B7E63B278FE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D08C2-594D-41CA-B5C8-3DBCAC41F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165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514BF-59EC-4D1B-A7E6-B7E63B278FE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D08C2-594D-41CA-B5C8-3DBCAC41F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987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B67514BF-59EC-4D1B-A7E6-B7E63B278FEA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729D08C2-594D-41CA-B5C8-3DBCAC41F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62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18400-C3BB-B4E3-D536-7CFB80C6D5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000"/>
              <a:t>Milestone 4 – Elasticsearch Mapping &amp; Analyzers </a:t>
            </a:r>
          </a:p>
        </p:txBody>
      </p:sp>
    </p:spTree>
    <p:extLst>
      <p:ext uri="{BB962C8B-B14F-4D97-AF65-F5344CB8AC3E}">
        <p14:creationId xmlns:p14="http://schemas.microsoft.com/office/powerpoint/2010/main" val="2115800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907B6-C31A-DDDC-04B4-D8A6AEFFA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D819A-CAC8-CC60-1091-E4BC7495B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This milestone documents and validates the Elasticsearch index configuration used in the Address Finder project.</a:t>
            </a:r>
            <a:br>
              <a:rPr lang="en-US"/>
            </a:br>
            <a:r>
              <a:rPr lang="en-US"/>
              <a:t>All mapping and analyzer details below are aligned with the LIVE index currently running in Elasticsearch.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Index name: addresses</a:t>
            </a:r>
          </a:p>
          <a:p>
            <a:pPr marL="0" indent="0">
              <a:buNone/>
            </a:pPr>
            <a:r>
              <a:rPr lang="en-US"/>
              <a:t>Primary goal: fast address lookup with autocomplete behavior for partial inputs (e.g., “bulev”), plus exact matching for postal codes and house numbers.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575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C67A0-4B5F-805E-81FD-FA05356AF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231"/>
            <a:ext cx="10515600" cy="677612"/>
          </a:xfrm>
        </p:spPr>
        <p:txBody>
          <a:bodyPr>
            <a:normAutofit fontScale="90000"/>
          </a:bodyPr>
          <a:lstStyle/>
          <a:p>
            <a:r>
              <a:rPr lang="en-US"/>
              <a:t>4.1 Index Analyzers (Autocomplete)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5F44A-59B0-AC1C-38A2-D2A2E4668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908633" cy="49577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800"/>
              <a:t>The index uses an edge_ngram filter to support incremental typing/autocomplete. Two custom analyzers are defined:</a:t>
            </a:r>
          </a:p>
          <a:p>
            <a:r>
              <a:rPr lang="en-US" sz="3800"/>
              <a:t>ro_autocomplete (index time): lowercase + asciifolding + edge_ngram (2–15)</a:t>
            </a:r>
          </a:p>
          <a:p>
            <a:r>
              <a:rPr lang="en-US" sz="3800"/>
              <a:t>ro_search (search time): lowercase + asciifolding</a:t>
            </a:r>
          </a:p>
          <a:p>
            <a:pPr marL="0" indent="0">
              <a:buNone/>
            </a:pPr>
            <a:endParaRPr lang="en-US" sz="3800"/>
          </a:p>
          <a:p>
            <a:pPr marL="0" indent="0">
              <a:buNone/>
            </a:pPr>
            <a:r>
              <a:rPr lang="en-US" sz="3800"/>
              <a:t>Validated settings (Kibana Dev Tools):</a:t>
            </a:r>
          </a:p>
          <a:p>
            <a:r>
              <a:rPr lang="en-US" sz="3800"/>
              <a:t>GET addresses/_settings</a:t>
            </a:r>
          </a:p>
          <a:p>
            <a:endParaRPr lang="en-US" sz="3800"/>
          </a:p>
          <a:p>
            <a:pPr marL="0" indent="0">
              <a:buNone/>
            </a:pPr>
            <a:r>
              <a:rPr lang="en-US" sz="3800"/>
              <a:t>Live configuration excerpt (confirmed):</a:t>
            </a:r>
          </a:p>
          <a:p>
            <a:r>
              <a:rPr lang="en-US" sz="3800"/>
              <a:t>filter: edge_2_15 { type: edge_ngram, min_gram: 2, max_gram: 15 }</a:t>
            </a:r>
          </a:p>
          <a:p>
            <a:r>
              <a:rPr lang="en-US" sz="3800"/>
              <a:t>analyzer: ro_autocomplete { tokenizer: standard, filter: [lowercase, asciifolding, edge_2_15] }</a:t>
            </a:r>
          </a:p>
          <a:p>
            <a:r>
              <a:rPr lang="en-US" sz="3800"/>
              <a:t>analyzer: ro_search { tokenizer: standard, filter: [lowercase, asciifolding] }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19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F9881-6F74-8EDD-7E2B-2A95E104F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1991"/>
          </a:xfrm>
        </p:spPr>
        <p:txBody>
          <a:bodyPr>
            <a:normAutofit fontScale="90000"/>
          </a:bodyPr>
          <a:lstStyle/>
          <a:p>
            <a:r>
              <a:rPr lang="en-US"/>
              <a:t>4.2 Index Mapping (Fields &amp; Types)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E5D70-ED78-BBA2-503B-6E2826980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3579"/>
            <a:ext cx="10515600" cy="48133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Validated mapping (Kibana Dev Tools):</a:t>
            </a:r>
          </a:p>
          <a:p>
            <a:r>
              <a:rPr lang="en-US"/>
              <a:t>GET addresses/_mapping</a:t>
            </a:r>
          </a:p>
          <a:p>
            <a:pPr marL="0" indent="0">
              <a:buNone/>
            </a:pPr>
            <a:r>
              <a:rPr lang="en-US"/>
              <a:t>Core fields and types (confirmed):</a:t>
            </a:r>
          </a:p>
          <a:p>
            <a:r>
              <a:rPr lang="en-US"/>
              <a:t>street: text (analyzer=ro_autocomplete, search_analyzer=ro_search)</a:t>
            </a:r>
          </a:p>
          <a:p>
            <a:r>
              <a:rPr lang="en-US"/>
              <a:t>city: text (analyzer=ro_autocomplete, search_analyzer=ro_search)</a:t>
            </a:r>
          </a:p>
          <a:p>
            <a:r>
              <a:rPr lang="en-US"/>
              <a:t>county: text (analyzer=ro_autocomplete, search_analyzer=ro_search)</a:t>
            </a:r>
          </a:p>
          <a:p>
            <a:r>
              <a:rPr lang="en-US"/>
              <a:t>full: text (analyzer=ro_autocomplete, search_analyzer=ro_search)</a:t>
            </a:r>
          </a:p>
          <a:p>
            <a:r>
              <a:rPr lang="en-US"/>
              <a:t>number: keyword</a:t>
            </a:r>
          </a:p>
          <a:p>
            <a:r>
              <a:rPr lang="en-US"/>
              <a:t>postal_code: keyword</a:t>
            </a:r>
          </a:p>
          <a:p>
            <a:r>
              <a:rPr lang="en-US"/>
              <a:t>full_suggest: completion (analyzer=simple)</a:t>
            </a:r>
          </a:p>
          <a:p>
            <a:r>
              <a:rPr lang="en-US"/>
              <a:t>location: object with lat/lon floats (location.lat=float, location.lon=float)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918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B6291-8A09-6FC3-8CA0-6F2609502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968790" cy="773864"/>
          </a:xfrm>
        </p:spPr>
        <p:txBody>
          <a:bodyPr>
            <a:normAutofit fontScale="90000"/>
          </a:bodyPr>
          <a:lstStyle/>
          <a:p>
            <a:r>
              <a:rPr lang="en-US"/>
              <a:t>4.3 Why This Mapping Supports Our Backend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462BA-0002-CD0A-F1CA-DCA070FA1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9752"/>
            <a:ext cx="10515600" cy="53858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The backend performs a weighted multi-field search over:</a:t>
            </a:r>
          </a:p>
          <a:p>
            <a:r>
              <a:rPr lang="en-US"/>
              <a:t>full (boosted)</a:t>
            </a:r>
          </a:p>
          <a:p>
            <a:r>
              <a:rPr lang="en-US"/>
              <a:t>street (boosted)</a:t>
            </a:r>
          </a:p>
          <a:p>
            <a:r>
              <a:rPr lang="en-US"/>
              <a:t>city (boosted)</a:t>
            </a:r>
          </a:p>
          <a:p>
            <a:r>
              <a:rPr lang="en-US"/>
              <a:t>county</a:t>
            </a:r>
          </a:p>
          <a:p>
            <a:r>
              <a:rPr lang="en-US"/>
              <a:t>postal_code (boosted)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Additionally, if the query looks like digits (4–6), the backend performs an exact term match against postal_code.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This design is consistent with the field types above:</a:t>
            </a:r>
          </a:p>
          <a:p>
            <a:r>
              <a:rPr lang="en-US"/>
              <a:t>text + analyzers for partial matching</a:t>
            </a:r>
          </a:p>
          <a:p>
            <a:r>
              <a:rPr lang="en-US"/>
              <a:t>keyword + term query for exact postal code matching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0301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15</TotalTime>
  <Words>432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Rockwell</vt:lpstr>
      <vt:lpstr>Rockwell Condensed</vt:lpstr>
      <vt:lpstr>Wingdings</vt:lpstr>
      <vt:lpstr>Wood Type</vt:lpstr>
      <vt:lpstr>Milestone 4 – Elasticsearch Mapping &amp; Analyzers </vt:lpstr>
      <vt:lpstr>Introduction</vt:lpstr>
      <vt:lpstr>4.1 Index Analyzers (Autocomplete)</vt:lpstr>
      <vt:lpstr>4.2 Index Mapping (Fields &amp; Types)</vt:lpstr>
      <vt:lpstr>4.3 Why This Mapping Supports Our Backend 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STEFAN (153719)</dc:creator>
  <cp:lastModifiedBy>Cristian STEFAN (153719)</cp:lastModifiedBy>
  <cp:revision>3</cp:revision>
  <dcterms:created xsi:type="dcterms:W3CDTF">2025-12-16T14:33:36Z</dcterms:created>
  <dcterms:modified xsi:type="dcterms:W3CDTF">2025-12-16T15:26:19Z</dcterms:modified>
</cp:coreProperties>
</file>