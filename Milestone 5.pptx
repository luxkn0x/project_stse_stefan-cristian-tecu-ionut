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68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0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8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3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8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2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EBC4473-08AD-4BF9-89D2-079883DE831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70AE212-6441-4635-88A5-939D42FC9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3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F356-FCE6-CF52-B597-72C15CDF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304" y="1911096"/>
            <a:ext cx="9966960" cy="3035808"/>
          </a:xfrm>
        </p:spPr>
        <p:txBody>
          <a:bodyPr>
            <a:noAutofit/>
          </a:bodyPr>
          <a:lstStyle/>
          <a:p>
            <a:r>
              <a:rPr lang="en-US" sz="8000" b="1"/>
              <a:t>Milestone 5 – System Implementation</a:t>
            </a:r>
            <a:br>
              <a:rPr lang="en-US" sz="8000" b="1"/>
            </a:b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388268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F51F-91E8-EA4A-AA98-E5B2965B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64AD-EB21-81BE-6E65-15FB91456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This milestone describes the complete technical implementation of the Address Finder application.</a:t>
            </a:r>
          </a:p>
          <a:p>
            <a:pPr marL="0" indent="0">
              <a:buNone/>
            </a:pPr>
            <a:r>
              <a:rPr lang="en-US"/>
              <a:t>It explains how all system components are integrated and how data flows from the user interface to Elasticsearch and back.</a:t>
            </a:r>
          </a:p>
          <a:p>
            <a:pPr marL="0" indent="0">
              <a:buNone/>
            </a:pPr>
            <a:r>
              <a:rPr lang="en-US"/>
              <a:t>The implementation is validated through live execution and demonstration.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5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5620-8A17-CC10-8D96-92294636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0653"/>
          </a:xfrm>
        </p:spPr>
        <p:txBody>
          <a:bodyPr/>
          <a:lstStyle/>
          <a:p>
            <a:r>
              <a:rPr lang="en-US"/>
              <a:t>5.1 System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F4C9-FB85-27BB-3C2B-7A8BE472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652"/>
            <a:ext cx="10515600" cy="5847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Address Finder application follows a layered architecture composed of:</a:t>
            </a:r>
          </a:p>
          <a:p>
            <a:r>
              <a:rPr lang="en-US"/>
              <a:t>Frontend (HTML + JavaScript)</a:t>
            </a:r>
          </a:p>
          <a:p>
            <a:r>
              <a:rPr lang="en-US"/>
              <a:t>Backend API (Node.js with Express)</a:t>
            </a:r>
          </a:p>
          <a:p>
            <a:r>
              <a:rPr lang="en-US"/>
              <a:t>Elasticsearch (search and indexing engine)</a:t>
            </a:r>
          </a:p>
          <a:p>
            <a:r>
              <a:rPr lang="en-US"/>
              <a:t>Kibana (monitoring and debugging)</a:t>
            </a:r>
          </a:p>
          <a:p>
            <a:r>
              <a:rPr lang="en-US"/>
              <a:t>Docker (service isolation for Elasticsearch and Kibana)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User requests originate in the browser interface, are processed by the backend API, forwarded to Elasticsearch, and returned as structured JSON responses.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C824A-0CF1-38BC-8019-A4560580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31494"/>
          </a:xfrm>
        </p:spPr>
        <p:txBody>
          <a:bodyPr>
            <a:normAutofit fontScale="90000"/>
          </a:bodyPr>
          <a:lstStyle/>
          <a:p>
            <a:r>
              <a:rPr lang="en-US"/>
              <a:t>5.2 Backend Implementation (Node.js – Express)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0FD6-5072-C804-25A4-EF9A383A0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337" y="1331494"/>
            <a:ext cx="6368716" cy="5526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backend is implemented in Node.js using the Express framework.</a:t>
            </a:r>
          </a:p>
          <a:p>
            <a:pPr marL="0" indent="0">
              <a:buNone/>
            </a:pPr>
            <a:r>
              <a:rPr lang="en-US"/>
              <a:t>It exposes REST endpoints that handle authentication, search functionality, and administrative CRUD operations.</a:t>
            </a:r>
          </a:p>
          <a:p>
            <a:pPr marL="0" indent="0">
              <a:buNone/>
            </a:pPr>
            <a:r>
              <a:rPr lang="en-US"/>
              <a:t> Key responsibilities:</a:t>
            </a:r>
          </a:p>
          <a:p>
            <a:r>
              <a:rPr lang="en-US"/>
              <a:t>Request validation</a:t>
            </a:r>
          </a:p>
          <a:p>
            <a:r>
              <a:rPr lang="en-US"/>
              <a:t>Authentication and authorization</a:t>
            </a:r>
          </a:p>
          <a:p>
            <a:r>
              <a:rPr lang="en-US"/>
              <a:t>Query construction for Elasticsearch</a:t>
            </a:r>
          </a:p>
          <a:p>
            <a:r>
              <a:rPr lang="en-US"/>
              <a:t>Response normalization</a:t>
            </a:r>
          </a:p>
          <a:p>
            <a:r>
              <a:rPr lang="en-US"/>
              <a:t>Error handling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0669D-C4DE-C1BC-72D0-8298F040E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7053" y="1331495"/>
            <a:ext cx="5566609" cy="5526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Important endpoints:</a:t>
            </a:r>
          </a:p>
          <a:p>
            <a:r>
              <a:rPr lang="en-US"/>
              <a:t>POST /login</a:t>
            </a:r>
          </a:p>
          <a:p>
            <a:r>
              <a:rPr lang="en-US"/>
              <a:t>GET /search</a:t>
            </a:r>
          </a:p>
          <a:p>
            <a:r>
              <a:rPr lang="en-US"/>
              <a:t>POST /addresses</a:t>
            </a:r>
          </a:p>
          <a:p>
            <a:r>
              <a:rPr lang="en-US"/>
              <a:t>GET /addresses/{id}</a:t>
            </a:r>
          </a:p>
          <a:p>
            <a:r>
              <a:rPr lang="en-US"/>
              <a:t>PUT /addresses/{id}</a:t>
            </a:r>
          </a:p>
          <a:p>
            <a:r>
              <a:rPr lang="en-US"/>
              <a:t>DELETE /addresses/{id}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6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C2C7-9339-996D-E4F7-844B7203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2316"/>
          </a:xfrm>
        </p:spPr>
        <p:txBody>
          <a:bodyPr>
            <a:normAutofit/>
          </a:bodyPr>
          <a:lstStyle/>
          <a:p>
            <a:r>
              <a:rPr lang="en-US"/>
              <a:t>5.3 Authentication and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F7AF-55E2-969F-BE24-AA0A6212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158"/>
            <a:ext cx="10515600" cy="497380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system uses a token-based authentication mechanism.</a:t>
            </a:r>
          </a:p>
          <a:p>
            <a:pPr marL="0" indent="0">
              <a:buNone/>
            </a:pPr>
            <a:r>
              <a:rPr lang="en-US"/>
              <a:t>Users authenticate via the /login endpoint and receive a session token.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Roles:</a:t>
            </a:r>
          </a:p>
          <a:p>
            <a:r>
              <a:rPr lang="en-US"/>
              <a:t>user – can search addresses</a:t>
            </a:r>
          </a:p>
          <a:p>
            <a:r>
              <a:rPr lang="en-US"/>
              <a:t>admin – can perform CRUD operations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Tokens are transmitted using the x-auth HTTP header.</a:t>
            </a:r>
          </a:p>
          <a:p>
            <a:pPr marL="0" indent="0">
              <a:buNone/>
            </a:pPr>
            <a:r>
              <a:rPr lang="en-US"/>
              <a:t>Role-based middleware ensures proper access control.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F16C-2AC3-F3F4-5338-BE59C2D7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1090862"/>
          </a:xfrm>
        </p:spPr>
        <p:txBody>
          <a:bodyPr>
            <a:normAutofit/>
          </a:bodyPr>
          <a:lstStyle/>
          <a:p>
            <a:r>
              <a:rPr lang="en-US"/>
              <a:t>5.4 Elasticsearch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49C16-FDEA-6EA4-CCD3-A5C204D59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68" y="1411704"/>
            <a:ext cx="6015790" cy="544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Elasticsearch is used as the core search engine.</a:t>
            </a:r>
          </a:p>
          <a:p>
            <a:pPr marL="0" indent="0">
              <a:buNone/>
            </a:pPr>
            <a:r>
              <a:rPr lang="en-US"/>
              <a:t>The backend communicates with Elasticsearch using the official JavaScript client.</a:t>
            </a:r>
          </a:p>
          <a:p>
            <a:pPr marL="0" indent="0">
              <a:buNone/>
            </a:pPr>
            <a:r>
              <a:rPr lang="en-US"/>
              <a:t>Search behavior:</a:t>
            </a:r>
          </a:p>
          <a:p>
            <a:r>
              <a:rPr lang="en-US"/>
              <a:t>Full-text autocomplete search using custom analyzers</a:t>
            </a:r>
          </a:p>
          <a:p>
            <a:r>
              <a:rPr lang="en-US"/>
              <a:t>Weighted multi-field queries</a:t>
            </a:r>
          </a:p>
          <a:p>
            <a:r>
              <a:rPr lang="en-US"/>
              <a:t>Exact matching for postal codes</a:t>
            </a:r>
          </a:p>
          <a:p>
            <a:r>
              <a:rPr lang="en-US"/>
              <a:t>Ranked results based on relevance score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35FAC-7B61-33C2-11B1-B3AA6EB0B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9558" y="1411704"/>
            <a:ext cx="5502442" cy="5446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Indexed fields:</a:t>
            </a:r>
          </a:p>
          <a:p>
            <a:r>
              <a:rPr lang="en-US"/>
              <a:t>street, city, county, full (text with analyzers)</a:t>
            </a:r>
          </a:p>
          <a:p>
            <a:r>
              <a:rPr lang="en-US"/>
              <a:t>number, postal_code (keyword)</a:t>
            </a:r>
          </a:p>
          <a:p>
            <a:r>
              <a:rPr lang="en-US"/>
              <a:t>full_suggest (completion)</a:t>
            </a:r>
          </a:p>
          <a:p>
            <a:r>
              <a:rPr lang="en-US"/>
              <a:t>location (lat/lon object)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9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F4C9-2A35-7318-1C6B-DBA32A86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8357"/>
          </a:xfrm>
        </p:spPr>
        <p:txBody>
          <a:bodyPr>
            <a:normAutofit/>
          </a:bodyPr>
          <a:lstStyle/>
          <a:p>
            <a:r>
              <a:rPr lang="en-US"/>
              <a:t>5.5 Frontend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A57A2-077C-4B22-46E6-8E85D583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116"/>
            <a:ext cx="10515600" cy="567088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frontend is implemented using plain HTML and JavaScript.</a:t>
            </a:r>
          </a:p>
          <a:p>
            <a:pPr marL="0" indent="0">
              <a:buNone/>
            </a:pPr>
            <a:r>
              <a:rPr lang="en-US"/>
              <a:t>It provides:</a:t>
            </a:r>
          </a:p>
          <a:p>
            <a:r>
              <a:rPr lang="en-US"/>
              <a:t>Login interface</a:t>
            </a:r>
          </a:p>
          <a:p>
            <a:r>
              <a:rPr lang="en-US"/>
              <a:t>Search input with live suggestions</a:t>
            </a:r>
          </a:p>
          <a:p>
            <a:r>
              <a:rPr lang="en-US"/>
              <a:t>Address list rendering</a:t>
            </a:r>
          </a:p>
          <a:p>
            <a:r>
              <a:rPr lang="en-US"/>
              <a:t>Admin CRUD controls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frontend communicates with the backend via REST calls and displays results dynamically.</a:t>
            </a:r>
          </a:p>
        </p:txBody>
      </p:sp>
    </p:spTree>
    <p:extLst>
      <p:ext uri="{BB962C8B-B14F-4D97-AF65-F5344CB8AC3E}">
        <p14:creationId xmlns:p14="http://schemas.microsoft.com/office/powerpoint/2010/main" val="1223456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2E82-97A7-019C-6806-7F8D7FD5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63"/>
            <a:ext cx="10515600" cy="1026695"/>
          </a:xfrm>
        </p:spPr>
        <p:txBody>
          <a:bodyPr>
            <a:normAutofit fontScale="90000"/>
          </a:bodyPr>
          <a:lstStyle/>
          <a:p>
            <a:r>
              <a:rPr lang="en-US"/>
              <a:t>5.6 Dockerized Environment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B5A1-F897-970C-E772-DAD3924DA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33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Docker is used to run Elasticsearch and Kibana in isolated containers.</a:t>
            </a:r>
          </a:p>
          <a:p>
            <a:pPr marL="0" indent="0">
              <a:buNone/>
            </a:pPr>
            <a:r>
              <a:rPr lang="en-US"/>
              <a:t>This ensures consistent runtime behavior across development machines.</a:t>
            </a:r>
          </a:p>
          <a:p>
            <a:pPr marL="0" indent="0">
              <a:buNone/>
            </a:pPr>
            <a:r>
              <a:rPr lang="en-US"/>
              <a:t> </a:t>
            </a:r>
          </a:p>
          <a:p>
            <a:pPr marL="0" indent="0">
              <a:buNone/>
            </a:pPr>
            <a:r>
              <a:rPr lang="en-US"/>
              <a:t>Services:</a:t>
            </a:r>
          </a:p>
          <a:p>
            <a:r>
              <a:rPr lang="en-US"/>
              <a:t>Elasticsearch – http://localhost:9200</a:t>
            </a:r>
          </a:p>
          <a:p>
            <a:r>
              <a:rPr lang="en-US"/>
              <a:t>Kibana – http://localhost:5601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backend runs directly on the host system.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82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22</TotalTime>
  <Words>445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Rockwell</vt:lpstr>
      <vt:lpstr>Rockwell Condensed</vt:lpstr>
      <vt:lpstr>Wingdings</vt:lpstr>
      <vt:lpstr>Wood Type</vt:lpstr>
      <vt:lpstr>Milestone 5 – System Implementation </vt:lpstr>
      <vt:lpstr>Introduction</vt:lpstr>
      <vt:lpstr>5.1 System Architecture Overview</vt:lpstr>
      <vt:lpstr>5.2 Backend Implementation (Node.js – Express)</vt:lpstr>
      <vt:lpstr>5.3 Authentication and Authorization</vt:lpstr>
      <vt:lpstr>5.4 Elasticsearch Integration</vt:lpstr>
      <vt:lpstr>5.5 Frontend Implementation</vt:lpstr>
      <vt:lpstr>5.6 Dockerized Environment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STEFAN (153719)</dc:creator>
  <cp:lastModifiedBy>Cristian STEFAN (153719)</cp:lastModifiedBy>
  <cp:revision>3</cp:revision>
  <dcterms:created xsi:type="dcterms:W3CDTF">2025-12-16T14:49:56Z</dcterms:created>
  <dcterms:modified xsi:type="dcterms:W3CDTF">2025-12-16T15:25:29Z</dcterms:modified>
</cp:coreProperties>
</file>