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E72C1E-9AFD-4818-9D33-5FB14DCD9AF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79DB10F-3B15-45AF-B052-7B2F43EA2062}" type="slidenum">
              <a:rPr lang="en-US" smtClean="0"/>
              <a:t>‹#›</a:t>
            </a:fld>
            <a:endParaRPr lang="en-US"/>
          </a:p>
        </p:txBody>
      </p:sp>
    </p:spTree>
    <p:extLst>
      <p:ext uri="{BB962C8B-B14F-4D97-AF65-F5344CB8AC3E}">
        <p14:creationId xmlns:p14="http://schemas.microsoft.com/office/powerpoint/2010/main" val="558551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E72C1E-9AFD-4818-9D33-5FB14DCD9AF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413140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BE72C1E-9AFD-4818-9D33-5FB14DCD9AFD}" type="datetimeFigureOut">
              <a:rPr lang="en-US" smtClean="0"/>
              <a:t>12/16/2025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79DB10F-3B15-45AF-B052-7B2F43EA2062}" type="slidenum">
              <a:rPr lang="en-US" smtClean="0"/>
              <a:t>‹#›</a:t>
            </a:fld>
            <a:endParaRPr lang="en-US"/>
          </a:p>
        </p:txBody>
      </p:sp>
    </p:spTree>
    <p:extLst>
      <p:ext uri="{BB962C8B-B14F-4D97-AF65-F5344CB8AC3E}">
        <p14:creationId xmlns:p14="http://schemas.microsoft.com/office/powerpoint/2010/main" val="2635542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E72C1E-9AFD-4818-9D33-5FB14DCD9AFD}"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2535868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E72C1E-9AFD-4818-9D33-5FB14DCD9AFD}"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23249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E72C1E-9AFD-4818-9D33-5FB14DCD9AFD}"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3788914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E72C1E-9AFD-4818-9D33-5FB14DCD9AFD}"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614483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E72C1E-9AFD-4818-9D33-5FB14DCD9AFD}"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3757149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E72C1E-9AFD-4818-9D33-5FB14DCD9AFD}" type="datetimeFigureOut">
              <a:rPr lang="en-US" smtClean="0"/>
              <a:t>12/16/2025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866640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E72C1E-9AFD-4818-9D33-5FB14DCD9AF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2697502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E72C1E-9AFD-4818-9D33-5FB14DCD9AF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DB10F-3B15-45AF-B052-7B2F43EA2062}" type="slidenum">
              <a:rPr lang="en-US" smtClean="0"/>
              <a:t>‹#›</a:t>
            </a:fld>
            <a:endParaRPr lang="en-US"/>
          </a:p>
        </p:txBody>
      </p:sp>
    </p:spTree>
    <p:extLst>
      <p:ext uri="{BB962C8B-B14F-4D97-AF65-F5344CB8AC3E}">
        <p14:creationId xmlns:p14="http://schemas.microsoft.com/office/powerpoint/2010/main" val="3052328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BE72C1E-9AFD-4818-9D33-5FB14DCD9AFD}" type="datetimeFigureOut">
              <a:rPr lang="en-US" smtClean="0"/>
              <a:t>12/16/2025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79DB10F-3B15-45AF-B052-7B2F43EA2062}" type="slidenum">
              <a:rPr lang="en-US" smtClean="0"/>
              <a:t>‹#›</a:t>
            </a:fld>
            <a:endParaRPr lang="en-US"/>
          </a:p>
        </p:txBody>
      </p:sp>
    </p:spTree>
    <p:extLst>
      <p:ext uri="{BB962C8B-B14F-4D97-AF65-F5344CB8AC3E}">
        <p14:creationId xmlns:p14="http://schemas.microsoft.com/office/powerpoint/2010/main" val="112171912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D90DE-759C-C8C0-49A0-5F226DBFACD2}"/>
              </a:ext>
            </a:extLst>
          </p:cNvPr>
          <p:cNvSpPr>
            <a:spLocks noGrp="1"/>
          </p:cNvSpPr>
          <p:nvPr>
            <p:ph type="ctrTitle"/>
          </p:nvPr>
        </p:nvSpPr>
        <p:spPr/>
        <p:txBody>
          <a:bodyPr/>
          <a:lstStyle/>
          <a:p>
            <a:r>
              <a:rPr lang="en-US" sz="8000"/>
              <a:t>Milestone 3 – REST API &amp; Swagger Documentation</a:t>
            </a:r>
          </a:p>
        </p:txBody>
      </p:sp>
    </p:spTree>
    <p:extLst>
      <p:ext uri="{BB962C8B-B14F-4D97-AF65-F5344CB8AC3E}">
        <p14:creationId xmlns:p14="http://schemas.microsoft.com/office/powerpoint/2010/main" val="324442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E167E-105A-5D2D-9F12-FCE5D740F500}"/>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5BEDE3C4-8E3D-B6E3-ED1E-84D7F6C8DB2F}"/>
              </a:ext>
            </a:extLst>
          </p:cNvPr>
          <p:cNvSpPr>
            <a:spLocks noGrp="1"/>
          </p:cNvSpPr>
          <p:nvPr>
            <p:ph idx="1"/>
          </p:nvPr>
        </p:nvSpPr>
        <p:spPr/>
        <p:txBody>
          <a:bodyPr/>
          <a:lstStyle/>
          <a:p>
            <a:pPr marL="0" indent="0">
              <a:buNone/>
            </a:pPr>
            <a:r>
              <a:rPr lang="en-US"/>
              <a:t>This milestone focuses on defining, documenting, and demonstrating the Address Finder REST API using the OpenAPI (Swagger) specification. The goal is to provide a clear, interactive, and standardized API contract that accurately reflects the backend implementation.</a:t>
            </a:r>
          </a:p>
          <a:p>
            <a:pPr marL="0" indent="0">
              <a:buNone/>
            </a:pPr>
            <a:r>
              <a:rPr lang="en-US"/>
              <a:t>The API is implemented using Node.js (Express) and integrates Elasticsearch for address search and storage. Swagger UI is used to expose the API documentation and allow live interaction with the endpoints.</a:t>
            </a:r>
          </a:p>
          <a:p>
            <a:pPr marL="0" indent="0">
              <a:buNone/>
            </a:pPr>
            <a:endParaRPr lang="en-US"/>
          </a:p>
        </p:txBody>
      </p:sp>
    </p:spTree>
    <p:extLst>
      <p:ext uri="{BB962C8B-B14F-4D97-AF65-F5344CB8AC3E}">
        <p14:creationId xmlns:p14="http://schemas.microsoft.com/office/powerpoint/2010/main" val="1711629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A003-0D16-5829-EAC8-B4D187F827B0}"/>
              </a:ext>
            </a:extLst>
          </p:cNvPr>
          <p:cNvSpPr>
            <a:spLocks noGrp="1"/>
          </p:cNvSpPr>
          <p:nvPr>
            <p:ph type="title"/>
          </p:nvPr>
        </p:nvSpPr>
        <p:spPr/>
        <p:txBody>
          <a:bodyPr/>
          <a:lstStyle/>
          <a:p>
            <a:r>
              <a:rPr lang="en-US"/>
              <a:t>3.1 REST API Overview</a:t>
            </a:r>
          </a:p>
        </p:txBody>
      </p:sp>
      <p:sp>
        <p:nvSpPr>
          <p:cNvPr id="3" name="Content Placeholder 2">
            <a:extLst>
              <a:ext uri="{FF2B5EF4-FFF2-40B4-BE49-F238E27FC236}">
                <a16:creationId xmlns:a16="http://schemas.microsoft.com/office/drawing/2014/main" id="{AD5823D2-448F-86F3-B5B9-16373A39693D}"/>
              </a:ext>
            </a:extLst>
          </p:cNvPr>
          <p:cNvSpPr>
            <a:spLocks noGrp="1"/>
          </p:cNvSpPr>
          <p:nvPr>
            <p:ph idx="1"/>
          </p:nvPr>
        </p:nvSpPr>
        <p:spPr/>
        <p:txBody>
          <a:bodyPr>
            <a:normAutofit/>
          </a:bodyPr>
          <a:lstStyle/>
          <a:p>
            <a:pPr marL="0" indent="0">
              <a:buNone/>
            </a:pPr>
            <a:r>
              <a:rPr lang="en-US"/>
              <a:t>The Address Finder API exposes REST endpoints that allow authenticated users to search for addresses and administrators to manage address data. All endpoints exchange data using JSON format and follow REST principles.</a:t>
            </a:r>
          </a:p>
          <a:p>
            <a:pPr marL="0" indent="0">
              <a:buNone/>
            </a:pPr>
            <a:r>
              <a:rPr lang="en-US"/>
              <a:t>Base URL:</a:t>
            </a:r>
          </a:p>
          <a:p>
            <a:pPr marL="0" indent="0">
              <a:buNone/>
            </a:pPr>
            <a:r>
              <a:rPr lang="en-US"/>
              <a:t>	http://localhost:3000</a:t>
            </a:r>
          </a:p>
          <a:p>
            <a:endParaRPr lang="en-US"/>
          </a:p>
          <a:p>
            <a:pPr marL="0" indent="0">
              <a:buNone/>
            </a:pPr>
            <a:r>
              <a:rPr lang="en-US"/>
              <a:t>Swagger UI:</a:t>
            </a:r>
          </a:p>
          <a:p>
            <a:pPr marL="0" indent="0">
              <a:buNone/>
            </a:pPr>
            <a:r>
              <a:rPr lang="en-US"/>
              <a:t>	http://localhost:3000/api-docs</a:t>
            </a:r>
          </a:p>
          <a:p>
            <a:endParaRPr lang="en-US"/>
          </a:p>
        </p:txBody>
      </p:sp>
    </p:spTree>
    <p:extLst>
      <p:ext uri="{BB962C8B-B14F-4D97-AF65-F5344CB8AC3E}">
        <p14:creationId xmlns:p14="http://schemas.microsoft.com/office/powerpoint/2010/main" val="1936098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1D244-94FE-5849-179B-CB6A332F021F}"/>
              </a:ext>
            </a:extLst>
          </p:cNvPr>
          <p:cNvSpPr>
            <a:spLocks noGrp="1"/>
          </p:cNvSpPr>
          <p:nvPr>
            <p:ph type="title"/>
          </p:nvPr>
        </p:nvSpPr>
        <p:spPr/>
        <p:txBody>
          <a:bodyPr/>
          <a:lstStyle/>
          <a:p>
            <a:r>
              <a:rPr lang="en-US"/>
              <a:t>3.2 Authentication</a:t>
            </a:r>
          </a:p>
        </p:txBody>
      </p:sp>
      <p:sp>
        <p:nvSpPr>
          <p:cNvPr id="3" name="Content Placeholder 2">
            <a:extLst>
              <a:ext uri="{FF2B5EF4-FFF2-40B4-BE49-F238E27FC236}">
                <a16:creationId xmlns:a16="http://schemas.microsoft.com/office/drawing/2014/main" id="{9A9F3F36-EED4-9747-2F78-30F1134EA3E4}"/>
              </a:ext>
            </a:extLst>
          </p:cNvPr>
          <p:cNvSpPr>
            <a:spLocks noGrp="1"/>
          </p:cNvSpPr>
          <p:nvPr>
            <p:ph idx="1"/>
          </p:nvPr>
        </p:nvSpPr>
        <p:spPr/>
        <p:txBody>
          <a:bodyPr/>
          <a:lstStyle/>
          <a:p>
            <a:pPr marL="0" indent="0">
              <a:buNone/>
            </a:pPr>
            <a:r>
              <a:rPr lang="en-US"/>
              <a:t>Authentication is implemented using a token-based mechanism.</a:t>
            </a:r>
          </a:p>
          <a:p>
            <a:pPr marL="0" indent="0">
              <a:buNone/>
            </a:pPr>
            <a:r>
              <a:rPr lang="en-US"/>
              <a:t>Users authenticate via the /login endpoint and receive a session token.</a:t>
            </a:r>
          </a:p>
          <a:p>
            <a:pPr marL="0" indent="0">
              <a:buNone/>
            </a:pPr>
            <a:r>
              <a:rPr lang="en-US"/>
              <a:t>This token must be included in subsequent requests using the x-auth HTTP header.</a:t>
            </a:r>
          </a:p>
          <a:p>
            <a:pPr marL="0" indent="0">
              <a:buNone/>
            </a:pPr>
            <a:r>
              <a:rPr lang="en-US"/>
              <a:t>Swagger UI provides an Authorize button that allows users to set the token once and automatically include it in all protected requests.</a:t>
            </a:r>
          </a:p>
          <a:p>
            <a:endParaRPr lang="en-US"/>
          </a:p>
        </p:txBody>
      </p:sp>
    </p:spTree>
    <p:extLst>
      <p:ext uri="{BB962C8B-B14F-4D97-AF65-F5344CB8AC3E}">
        <p14:creationId xmlns:p14="http://schemas.microsoft.com/office/powerpoint/2010/main" val="109987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45A3A-AFF7-F463-8C2F-6CA059C23364}"/>
              </a:ext>
            </a:extLst>
          </p:cNvPr>
          <p:cNvSpPr>
            <a:spLocks noGrp="1"/>
          </p:cNvSpPr>
          <p:nvPr>
            <p:ph type="title"/>
          </p:nvPr>
        </p:nvSpPr>
        <p:spPr>
          <a:xfrm>
            <a:off x="838200" y="365126"/>
            <a:ext cx="10515600" cy="629486"/>
          </a:xfrm>
        </p:spPr>
        <p:txBody>
          <a:bodyPr>
            <a:normAutofit fontScale="90000"/>
          </a:bodyPr>
          <a:lstStyle/>
          <a:p>
            <a:r>
              <a:rPr lang="en-US"/>
              <a:t>3.3 Documented Endpoints</a:t>
            </a:r>
          </a:p>
        </p:txBody>
      </p:sp>
      <p:sp>
        <p:nvSpPr>
          <p:cNvPr id="3" name="Content Placeholder 2">
            <a:extLst>
              <a:ext uri="{FF2B5EF4-FFF2-40B4-BE49-F238E27FC236}">
                <a16:creationId xmlns:a16="http://schemas.microsoft.com/office/drawing/2014/main" id="{CD69EC4B-B245-8A83-72BF-6038ACD54BD1}"/>
              </a:ext>
            </a:extLst>
          </p:cNvPr>
          <p:cNvSpPr>
            <a:spLocks noGrp="1"/>
          </p:cNvSpPr>
          <p:nvPr>
            <p:ph sz="half" idx="1"/>
          </p:nvPr>
        </p:nvSpPr>
        <p:spPr>
          <a:xfrm>
            <a:off x="144379" y="994612"/>
            <a:ext cx="5875421" cy="5863388"/>
          </a:xfrm>
        </p:spPr>
        <p:txBody>
          <a:bodyPr>
            <a:normAutofit lnSpcReduction="10000"/>
          </a:bodyPr>
          <a:lstStyle/>
          <a:p>
            <a:r>
              <a:rPr lang="en-US"/>
              <a:t>POST /login</a:t>
            </a:r>
          </a:p>
          <a:p>
            <a:pPr marL="0" indent="0">
              <a:buNone/>
            </a:pPr>
            <a:r>
              <a:rPr lang="en-US"/>
              <a:t>Purpose:</a:t>
            </a:r>
          </a:p>
          <a:p>
            <a:pPr marL="0" indent="0">
              <a:buNone/>
            </a:pPr>
            <a:r>
              <a:rPr lang="en-US"/>
              <a:t>Authenticates a user and returns an authentication token.</a:t>
            </a:r>
          </a:p>
          <a:p>
            <a:pPr marL="0" indent="0">
              <a:buNone/>
            </a:pPr>
            <a:r>
              <a:rPr lang="en-US"/>
              <a:t> </a:t>
            </a:r>
          </a:p>
          <a:p>
            <a:r>
              <a:rPr lang="en-US"/>
              <a:t>GET /search</a:t>
            </a:r>
          </a:p>
          <a:p>
            <a:pPr marL="0" indent="0">
              <a:buNone/>
            </a:pPr>
            <a:r>
              <a:rPr lang="en-US"/>
              <a:t>Purpose:</a:t>
            </a:r>
          </a:p>
          <a:p>
            <a:pPr marL="0" indent="0">
              <a:buNone/>
            </a:pPr>
            <a:r>
              <a:rPr lang="en-US"/>
              <a:t>Allows authenticated users to search addresses using partial or complete input.</a:t>
            </a:r>
          </a:p>
          <a:p>
            <a:pPr marL="0" indent="0">
              <a:buNone/>
            </a:pPr>
            <a:r>
              <a:rPr lang="en-US"/>
              <a:t>The backend forwards the query to Elasticsearch and returns ranked results.</a:t>
            </a:r>
          </a:p>
          <a:p>
            <a:pPr marL="0" indent="0">
              <a:buNone/>
            </a:pPr>
            <a:r>
              <a:rPr lang="en-US"/>
              <a:t> </a:t>
            </a:r>
          </a:p>
          <a:p>
            <a:r>
              <a:rPr lang="en-US"/>
              <a:t>POST /addresses</a:t>
            </a:r>
          </a:p>
          <a:p>
            <a:pPr marL="0" indent="0">
              <a:buNone/>
            </a:pPr>
            <a:r>
              <a:rPr lang="en-US"/>
              <a:t>Purpose:</a:t>
            </a:r>
          </a:p>
          <a:p>
            <a:pPr marL="0" indent="0">
              <a:buNone/>
            </a:pPr>
            <a:r>
              <a:rPr lang="en-US"/>
              <a:t>Allows administrators to create new address records.</a:t>
            </a:r>
          </a:p>
          <a:p>
            <a:endParaRPr lang="en-US"/>
          </a:p>
        </p:txBody>
      </p:sp>
      <p:sp>
        <p:nvSpPr>
          <p:cNvPr id="4" name="Content Placeholder 3">
            <a:extLst>
              <a:ext uri="{FF2B5EF4-FFF2-40B4-BE49-F238E27FC236}">
                <a16:creationId xmlns:a16="http://schemas.microsoft.com/office/drawing/2014/main" id="{40820FF2-BEDF-EC90-E457-62A25A018822}"/>
              </a:ext>
            </a:extLst>
          </p:cNvPr>
          <p:cNvSpPr>
            <a:spLocks noGrp="1"/>
          </p:cNvSpPr>
          <p:nvPr>
            <p:ph sz="half" idx="2"/>
          </p:nvPr>
        </p:nvSpPr>
        <p:spPr>
          <a:xfrm>
            <a:off x="6172200" y="994612"/>
            <a:ext cx="5875420" cy="5863388"/>
          </a:xfrm>
        </p:spPr>
        <p:txBody>
          <a:bodyPr>
            <a:normAutofit lnSpcReduction="10000"/>
          </a:bodyPr>
          <a:lstStyle/>
          <a:p>
            <a:r>
              <a:rPr lang="en-US"/>
              <a:t>GET /addresses/{id}</a:t>
            </a:r>
          </a:p>
          <a:p>
            <a:pPr marL="0" indent="0">
              <a:buNone/>
            </a:pPr>
            <a:r>
              <a:rPr lang="en-US"/>
              <a:t>Purpose:</a:t>
            </a:r>
          </a:p>
          <a:p>
            <a:pPr marL="0" indent="0">
              <a:buNone/>
            </a:pPr>
            <a:r>
              <a:rPr lang="en-US"/>
              <a:t>Allows administrators to retrieve a specific address by ID.</a:t>
            </a:r>
          </a:p>
          <a:p>
            <a:pPr marL="0" indent="0">
              <a:buNone/>
            </a:pPr>
            <a:endParaRPr lang="en-US"/>
          </a:p>
          <a:p>
            <a:r>
              <a:rPr lang="en-US"/>
              <a:t>PUT /addresses/{id}</a:t>
            </a:r>
          </a:p>
          <a:p>
            <a:pPr marL="0" indent="0">
              <a:buNone/>
            </a:pPr>
            <a:r>
              <a:rPr lang="en-US"/>
              <a:t>Purpose:</a:t>
            </a:r>
          </a:p>
          <a:p>
            <a:pPr marL="0" indent="0">
              <a:buNone/>
            </a:pPr>
            <a:r>
              <a:rPr lang="en-US"/>
              <a:t>Allows administrators to update an existing address.</a:t>
            </a:r>
          </a:p>
          <a:p>
            <a:endParaRPr lang="en-US"/>
          </a:p>
          <a:p>
            <a:r>
              <a:rPr lang="en-US"/>
              <a:t>DELETE /addresses/{id}</a:t>
            </a:r>
          </a:p>
          <a:p>
            <a:pPr marL="0" indent="0">
              <a:buNone/>
            </a:pPr>
            <a:r>
              <a:rPr lang="en-US"/>
              <a:t>Purpose:</a:t>
            </a:r>
          </a:p>
          <a:p>
            <a:pPr marL="0" indent="0">
              <a:buNone/>
            </a:pPr>
            <a:r>
              <a:rPr lang="en-US"/>
              <a:t>Allows administrators to delete an address.</a:t>
            </a:r>
          </a:p>
          <a:p>
            <a:endParaRPr lang="en-US"/>
          </a:p>
        </p:txBody>
      </p:sp>
    </p:spTree>
    <p:extLst>
      <p:ext uri="{BB962C8B-B14F-4D97-AF65-F5344CB8AC3E}">
        <p14:creationId xmlns:p14="http://schemas.microsoft.com/office/powerpoint/2010/main" val="425460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6043-6F12-3983-77E6-5FD9D7CC433E}"/>
              </a:ext>
            </a:extLst>
          </p:cNvPr>
          <p:cNvSpPr>
            <a:spLocks noGrp="1"/>
          </p:cNvSpPr>
          <p:nvPr>
            <p:ph type="title"/>
          </p:nvPr>
        </p:nvSpPr>
        <p:spPr/>
        <p:txBody>
          <a:bodyPr/>
          <a:lstStyle/>
          <a:p>
            <a:r>
              <a:rPr lang="en-US"/>
              <a:t>3.4 OpenAPI Specification</a:t>
            </a:r>
          </a:p>
        </p:txBody>
      </p:sp>
      <p:sp>
        <p:nvSpPr>
          <p:cNvPr id="3" name="Content Placeholder 2">
            <a:extLst>
              <a:ext uri="{FF2B5EF4-FFF2-40B4-BE49-F238E27FC236}">
                <a16:creationId xmlns:a16="http://schemas.microsoft.com/office/drawing/2014/main" id="{3225E3C4-E08C-B15D-7243-2B5BB87D6D01}"/>
              </a:ext>
            </a:extLst>
          </p:cNvPr>
          <p:cNvSpPr>
            <a:spLocks noGrp="1"/>
          </p:cNvSpPr>
          <p:nvPr>
            <p:ph idx="1"/>
          </p:nvPr>
        </p:nvSpPr>
        <p:spPr/>
        <p:txBody>
          <a:bodyPr>
            <a:normAutofit/>
          </a:bodyPr>
          <a:lstStyle/>
          <a:p>
            <a:pPr marL="0" indent="0">
              <a:buNone/>
            </a:pPr>
            <a:r>
              <a:rPr lang="en-US"/>
              <a:t>All endpoints are formally described using an OpenAPI 3.0 specification defined in the openapi.yaml file. This specification includes:</a:t>
            </a:r>
          </a:p>
          <a:p>
            <a:r>
              <a:rPr lang="en-US"/>
              <a:t>Endpoint paths and HTTP methods</a:t>
            </a:r>
          </a:p>
          <a:p>
            <a:r>
              <a:rPr lang="en-US"/>
              <a:t>Request parameters and request bodies</a:t>
            </a:r>
          </a:p>
          <a:p>
            <a:r>
              <a:rPr lang="en-US"/>
              <a:t>Response formats and status codes</a:t>
            </a:r>
          </a:p>
          <a:p>
            <a:r>
              <a:rPr lang="en-US"/>
              <a:t>Data schemas</a:t>
            </a:r>
          </a:p>
          <a:p>
            <a:r>
              <a:rPr lang="en-US"/>
              <a:t>Security schemes</a:t>
            </a:r>
          </a:p>
          <a:p>
            <a:pPr marL="0" indent="0">
              <a:buNone/>
            </a:pPr>
            <a:endParaRPr lang="en-US"/>
          </a:p>
          <a:p>
            <a:pPr marL="0" indent="0">
              <a:buNone/>
            </a:pPr>
            <a:r>
              <a:rPr lang="en-US"/>
              <a:t>The specification is loaded at runtime and rendered via Swagger UI.</a:t>
            </a:r>
          </a:p>
          <a:p>
            <a:endParaRPr lang="en-US"/>
          </a:p>
        </p:txBody>
      </p:sp>
    </p:spTree>
    <p:extLst>
      <p:ext uri="{BB962C8B-B14F-4D97-AF65-F5344CB8AC3E}">
        <p14:creationId xmlns:p14="http://schemas.microsoft.com/office/powerpoint/2010/main" val="23534622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9</TotalTime>
  <Words>374</Words>
  <Application>Microsoft Office PowerPoint</Application>
  <PresentationFormat>Widescreen</PresentationFormat>
  <Paragraphs>49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Rockwell</vt:lpstr>
      <vt:lpstr>Rockwell Condensed</vt:lpstr>
      <vt:lpstr>Wingdings</vt:lpstr>
      <vt:lpstr>Wood Type</vt:lpstr>
      <vt:lpstr>Milestone 3 – REST API &amp; Swagger Documentation</vt:lpstr>
      <vt:lpstr>Introduction</vt:lpstr>
      <vt:lpstr>3.1 REST API Overview</vt:lpstr>
      <vt:lpstr>3.2 Authentication</vt:lpstr>
      <vt:lpstr>3.3 Documented Endpoints</vt:lpstr>
      <vt:lpstr>3.4 OpenAPI Specification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STEFAN (153719)</dc:creator>
  <cp:lastModifiedBy>Cristian STEFAN (153719)</cp:lastModifiedBy>
  <cp:revision>2</cp:revision>
  <dcterms:created xsi:type="dcterms:W3CDTF">2025-12-16T12:58:00Z</dcterms:created>
  <dcterms:modified xsi:type="dcterms:W3CDTF">2025-12-16T14:24:17Z</dcterms:modified>
</cp:coreProperties>
</file>